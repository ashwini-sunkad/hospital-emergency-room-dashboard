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088" y="-142544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BF36E8-C1E6-8BC5-A3A1-8B38CEA80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4111"/>
            <a:ext cx="12192000" cy="598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accent5"/>
                </a:solidFill>
              </a:rPr>
              <a:t>PURPOSE OF PROJECT</a:t>
            </a:r>
            <a:endParaRPr lang="en-IN" sz="5200" dirty="0">
              <a:solidFill>
                <a:schemeClr val="accent5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provide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70816"/>
            <a:ext cx="9641123" cy="7324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5FD70-1B1F-979D-ECF4-14A4B3F4B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4111"/>
            <a:ext cx="12192000" cy="59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401</Words>
  <Application>Microsoft Office PowerPoint</Application>
  <PresentationFormat>Widescreen</PresentationFormat>
  <Paragraphs>39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Microsoft Sans Serif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ASHWINI S</cp:lastModifiedBy>
  <cp:revision>18</cp:revision>
  <dcterms:created xsi:type="dcterms:W3CDTF">2025-01-20T11:39:00Z</dcterms:created>
  <dcterms:modified xsi:type="dcterms:W3CDTF">2026-09-06T18:42:42Z</dcterms:modified>
</cp:coreProperties>
</file>